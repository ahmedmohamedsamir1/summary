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6AF66-BF44-06B0-0D3D-2C0BD5CFF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1519D-DDE5-09C6-187E-4C848DC30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AB8D8-9017-6D8C-28AC-D44DA64DD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A954-16D4-46E3-AACF-C5D61B5336B2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FF401-244F-2712-F179-222348238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BE7BA-1EC9-F73C-541D-2451A8845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8D2B-F428-45A6-A7A8-6778B78E4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477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F8D72-7010-0BA8-8AF9-A622D80AD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6B828-804B-75BE-715D-937D0C20A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8BEB8-E974-9BDC-3B2B-81C0579C7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A954-16D4-46E3-AACF-C5D61B5336B2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09097-621B-3DDD-D9C4-608E4AD9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FA2F9-67B9-8DB4-2A87-4B8B2944B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8D2B-F428-45A6-A7A8-6778B78E4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83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4843E-F70B-C3C0-5999-724E81B20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38C90-4517-574F-5BA3-351DCBEB1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0B233-D0A6-2E96-76DB-BAE6638F8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A954-16D4-46E3-AACF-C5D61B5336B2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37CD3-6120-35AF-2C03-9614805B6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B54A-DCA8-5FC6-EFCD-E55966CB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8D2B-F428-45A6-A7A8-6778B78E4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59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F39C5-A916-2D9B-C525-FABCDA6CC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77B42-39C3-DDC7-B1A7-A6E35624E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AE870-D576-5B48-FFBF-A92B7F78F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0AD30-56EF-CAFE-C41E-95A7A230F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A954-16D4-46E3-AACF-C5D61B5336B2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D0EE6-3B19-C309-4863-BEDA1DC3F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36CDD-EE39-FFC3-6112-BEF8FD9B0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8D2B-F428-45A6-A7A8-6778B78E4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13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8292-8456-9353-93AB-D5A9177B0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B55C8-D8B2-C555-0AB1-808F100B2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83CC2-2435-7CF6-B444-191A8845F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EDFF17-B852-4A1C-E846-74E8F8B19E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36E505-5F8B-E7AF-45D3-5EA4D62A7D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80B3C1-F69F-9002-D974-D197D9EAA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A954-16D4-46E3-AACF-C5D61B5336B2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89DF07-C920-7000-9163-F539CD005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12B8A5-295F-6811-6972-7D0B837FD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8D2B-F428-45A6-A7A8-6778B78E4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28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BA019-2015-B318-B08D-DCE37443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E31AF7-B1C3-E2C2-BE71-CBDAC0E4C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A954-16D4-46E3-AACF-C5D61B5336B2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08E02-8208-80A5-68E1-D7D60B2C1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BA7901-4298-1361-BFBB-04F1B938A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8D2B-F428-45A6-A7A8-6778B78E4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77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5C5392-D625-4428-D7BA-3D3DACABC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A954-16D4-46E3-AACF-C5D61B5336B2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EC818-5F90-B35E-C6D4-701E98F49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161A2-A9A6-1C55-0403-B8A6DAD6A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8D2B-F428-45A6-A7A8-6778B78E4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251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38F8B-01A5-F25C-FA82-7AA5B1807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F3634-13B6-15FA-EEDF-68D58A329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72B80-2368-5CEC-E3B9-471A19907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E3A2D-F3B4-59F6-906D-332E8C9B6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A954-16D4-46E3-AACF-C5D61B5336B2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3CF90-6B3F-F141-D1CA-9A2698688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15368-1DC6-1E26-9836-581FBB6C7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8D2B-F428-45A6-A7A8-6778B78E4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6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DFDFC-3167-1093-FD46-57230F86F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B8BB9-AC96-FA38-4234-76C2D2FE89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804CAD-9989-6FEA-7945-D35098943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B338C-A898-B40D-252C-FBCA278A1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A954-16D4-46E3-AACF-C5D61B5336B2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98410-DE26-44F7-B7F2-DD9FEB3BC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D0875-FEDD-541E-C464-8738B775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8D2B-F428-45A6-A7A8-6778B78E4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31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425B8-8AE0-0A1F-E6A2-535EC440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EF6888-DF78-90CF-78A1-9A010A4EE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72269-D1EF-BEEF-8E75-1312F5D6A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A954-16D4-46E3-AACF-C5D61B5336B2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23B29-E3D4-A60C-E916-967807EC4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59095-EC36-EF28-B397-084BE3A3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8D2B-F428-45A6-A7A8-6778B78E4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69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67CB0-9F54-8E0D-92A3-6BCDD5063E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5078E0-9F0B-6D33-9BD5-5444E467C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47B33-8A39-E8B3-798E-7A6BC0CBF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A954-16D4-46E3-AACF-C5D61B5336B2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16CE6-B7E8-B671-5A69-3FC4A1CBA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AF07E-72AE-F300-2481-5008DF826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8D2B-F428-45A6-A7A8-6778B78E4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78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DC13D-3259-8CA9-22DF-E588BB51F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FB9C6-B0A0-584B-25A2-F30C28CBF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CF4AC-CE9C-BFBB-0FEC-8888562FA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9A954-16D4-46E3-AACF-C5D61B5336B2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0D3B0-E49E-4820-1FE4-A89F6FAB10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4CF2B-4635-0B25-8870-FAE5BAADB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1B8D2B-F428-45A6-A7A8-6778B78E4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87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EEFF-392D-3766-8664-C43BCAF269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C53E7-C26E-4A8C-AD49-7BA5268607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15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5734A-D10A-2F36-C7A5-F28E12C1B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2"/>
            <a:ext cx="10515600" cy="6330462"/>
          </a:xfrm>
        </p:spPr>
        <p:txBody>
          <a:bodyPr/>
          <a:lstStyle/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 Display the Department id, name and id and the name of its manager.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Dept_Id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Dept_Name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Ins_Id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Ins_Name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department D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Instructor I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Dept_Manager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Ins_Id</a:t>
            </a:r>
            <a:endParaRPr lang="en-US" sz="32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6CA89-2DFB-C60E-A8E5-22CB61970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879" y="2942962"/>
            <a:ext cx="3162300" cy="2162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54653E-5CE8-472E-91B9-56399F80C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209" y="2942962"/>
            <a:ext cx="6715125" cy="20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42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2D0C3-1CE0-7854-8A73-78681F8D2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311498"/>
            <a:ext cx="11796765" cy="6079253"/>
          </a:xfrm>
        </p:spPr>
        <p:txBody>
          <a:bodyPr/>
          <a:lstStyle/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For each project, list the project name, project number and the total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hours per week (for all employees) spent on that project.</a:t>
            </a:r>
          </a:p>
          <a:p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Pnumber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WF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Hours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as "total hour"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Project P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Works_for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WF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Pnumber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WF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Pno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Pnumber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Pname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CC8B96-10C6-1774-FC69-F65F9B343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621" y="2267892"/>
            <a:ext cx="5668122" cy="163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92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5EAD-CEC8-3775-8B0E-AEDF3796E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047" y="512466"/>
            <a:ext cx="11455120" cy="5664497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Display the data of the department which has the smallest employee ID over all employees' ID.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Departments D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Employee E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Dnum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Dno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SSN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MIN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SSN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Employee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Dno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null)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47E9CF-137F-6FD3-F25B-A835AE105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154" y="2566935"/>
            <a:ext cx="5215094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79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6FFBF-65D1-E3A6-FBE0-C11E03058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208" y="432078"/>
            <a:ext cx="11940791" cy="5968721"/>
          </a:xfrm>
        </p:spPr>
        <p:txBody>
          <a:bodyPr/>
          <a:lstStyle/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For each department, retrieve the department name and the maximum, minimum and average salary of its employees.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7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Dname</a:t>
            </a:r>
            <a:r>
              <a:rPr lang="en-US" sz="17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FF00FF"/>
                </a:solidFill>
                <a:latin typeface="Consolas" panose="020B0609020204030204" pitchFamily="49" charset="0"/>
              </a:rPr>
              <a:t>MAX</a:t>
            </a:r>
            <a:r>
              <a:rPr lang="en-US" sz="17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sz="17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Salary</a:t>
            </a:r>
            <a:r>
              <a:rPr lang="en-US" sz="17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max_salary</a:t>
            </a:r>
            <a:r>
              <a:rPr lang="en-US" sz="17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FF00FF"/>
                </a:solidFill>
                <a:latin typeface="Consolas" panose="020B0609020204030204" pitchFamily="49" charset="0"/>
              </a:rPr>
              <a:t>MIN</a:t>
            </a:r>
            <a:r>
              <a:rPr lang="en-US" sz="17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sz="17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Salary</a:t>
            </a:r>
            <a:r>
              <a:rPr lang="en-US" sz="17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[min salary]</a:t>
            </a:r>
            <a:r>
              <a:rPr lang="en-US" sz="17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FF00FF"/>
                </a:solidFill>
                <a:latin typeface="Consolas" panose="020B0609020204030204" pitchFamily="49" charset="0"/>
              </a:rPr>
              <a:t>MAX</a:t>
            </a:r>
            <a:r>
              <a:rPr lang="en-US" sz="17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sz="17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Salary</a:t>
            </a:r>
            <a:r>
              <a:rPr lang="en-US" sz="17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"avg salary"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Departments D </a:t>
            </a:r>
            <a:r>
              <a:rPr lang="en-US" sz="17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Employee E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7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Dnum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sz="17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Dno</a:t>
            </a:r>
            <a:endParaRPr lang="en-US" sz="1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7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Dnum</a:t>
            </a:r>
            <a:r>
              <a:rPr lang="en-US" sz="17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7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0000"/>
                </a:solidFill>
                <a:latin typeface="Consolas" panose="020B0609020204030204" pitchFamily="49" charset="0"/>
              </a:rPr>
              <a:t>Dname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129624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AE0BC-96C4-84F1-DCA8-56D3FB613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2369"/>
            <a:ext cx="10515600" cy="5684594"/>
          </a:xfrm>
        </p:spPr>
        <p:txBody>
          <a:bodyPr/>
          <a:lstStyle/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 List the full name of all managers who have no dependents.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CONCAT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ISNULL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'no first name'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 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[full name]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Employee E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Departments D</a:t>
            </a:r>
          </a:p>
          <a:p>
            <a:r>
              <a:rPr lang="fi-FI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E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SSN 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D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MGRSSN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SSN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distinct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Dependent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ESSN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Dependent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79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E5449-15C8-21C6-F738-9ACE9C841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4013"/>
            <a:ext cx="10515600" cy="5342950"/>
          </a:xfrm>
        </p:spPr>
        <p:txBody>
          <a:bodyPr/>
          <a:lstStyle/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For each department if its average salary is less than the average salary of all employees display its number, name and number of its employees.</a:t>
            </a:r>
          </a:p>
          <a:p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Dnum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SSN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Departments D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Employee E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Dnum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Dno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Dnum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having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AVG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Salary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AVG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Salary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Employee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740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AC7E8-66FA-158F-F315-3864E2CCC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33" y="80387"/>
            <a:ext cx="11957538" cy="6440993"/>
          </a:xfrm>
        </p:spPr>
        <p:txBody>
          <a:bodyPr/>
          <a:lstStyle/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Display number and name of employee if at least one of them have dependents by two ways 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-- (use exists keyword) </a:t>
            </a:r>
          </a:p>
          <a:p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distinct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SSN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Employee E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Dependent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 </a:t>
            </a:r>
            <a:r>
              <a:rPr lang="fi-FI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E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SSN 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D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ESSN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SSN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Employee E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SSN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distinct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Dependent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ESSN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Dependent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SSN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 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"full name"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Employee E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EXISTS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ESSN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Dependent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ESSN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SSN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629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12667</TotalTime>
  <Words>528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Office Theme</vt:lpstr>
      <vt:lpstr>Queries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احمد محمد سمير</dc:creator>
  <cp:lastModifiedBy>احمد محمد سمير</cp:lastModifiedBy>
  <cp:revision>8</cp:revision>
  <dcterms:created xsi:type="dcterms:W3CDTF">2024-08-02T14:59:58Z</dcterms:created>
  <dcterms:modified xsi:type="dcterms:W3CDTF">2024-08-11T10:07:48Z</dcterms:modified>
</cp:coreProperties>
</file>