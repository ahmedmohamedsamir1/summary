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74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3" r:id="rId19"/>
    <p:sldId id="272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9516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302D-777A-F719-8C92-9D165BB03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91067"/>
          </a:xfrm>
        </p:spPr>
        <p:txBody>
          <a:bodyPr>
            <a:normAutofit fontScale="90000"/>
          </a:bodyPr>
          <a:lstStyle/>
          <a:p>
            <a:r>
              <a:rPr lang="en-US"/>
              <a:t>Built 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44BCE-5CA1-155C-BAED-09E66730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728133"/>
            <a:ext cx="11734800" cy="5985934"/>
          </a:xfrm>
        </p:spPr>
        <p:txBody>
          <a:bodyPr/>
          <a:lstStyle/>
          <a:p>
            <a:r>
              <a:rPr lang="en-US"/>
              <a:t>SPACE(1) // generate 1 space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70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3765-8FC0-A90B-A887-EF5E6AAE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C5918-DD85-6F17-5B4D-856121CF6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91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8B0CF-9FBD-570C-8889-185A96C9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2D25-9BC0-E54F-F8F5-E9C371D62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4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E581-CD83-A0AD-774B-49DF7133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Start GIT</a:t>
            </a:r>
          </a:p>
        </p:txBody>
      </p:sp>
    </p:spTree>
    <p:extLst>
      <p:ext uri="{BB962C8B-B14F-4D97-AF65-F5344CB8AC3E}">
        <p14:creationId xmlns:p14="http://schemas.microsoft.com/office/powerpoint/2010/main" val="1394362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5334C-1B96-D150-CC11-B6DD59DF4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9883E-73B2-9EDC-CD3F-5CEAD2883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During merge conflict</a:t>
            </a:r>
          </a:p>
          <a:p>
            <a:pPr lvl="1"/>
            <a:r>
              <a:rPr lang="en-US"/>
              <a:t>If you want to keep the current version and ignore the incoming changes</a:t>
            </a:r>
          </a:p>
          <a:p>
            <a:pPr lvl="2"/>
            <a:r>
              <a:rPr lang="en-US"/>
              <a:t>git checkout --ours "Dot Net/Business.pptx“</a:t>
            </a:r>
          </a:p>
          <a:p>
            <a:pPr lvl="1"/>
            <a:r>
              <a:rPr lang="en-US"/>
              <a:t>If you want to keep the incoming version and ignore ( discard ) the local changes</a:t>
            </a:r>
          </a:p>
          <a:p>
            <a:pPr lvl="2"/>
            <a:r>
              <a:rPr lang="en-US"/>
              <a:t>git checkout --theirs "Dot Net/Business.pptx“</a:t>
            </a:r>
          </a:p>
          <a:p>
            <a:pPr lvl="2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13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D092-8CF7-AC2C-E735-CD881E5A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3A33B-30B1-C540-CF64-34BF7800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End GIT</a:t>
            </a:r>
          </a:p>
        </p:txBody>
      </p:sp>
    </p:spTree>
    <p:extLst>
      <p:ext uri="{BB962C8B-B14F-4D97-AF65-F5344CB8AC3E}">
        <p14:creationId xmlns:p14="http://schemas.microsoft.com/office/powerpoint/2010/main" val="2484187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57973-116E-F85C-0922-EDA62F71A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08000"/>
          </a:xfrm>
        </p:spPr>
        <p:txBody>
          <a:bodyPr>
            <a:normAutofit fontScale="90000"/>
          </a:bodyPr>
          <a:lstStyle/>
          <a:p>
            <a:r>
              <a:rPr lang="en-US"/>
              <a:t>Hangfire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F8648-23E7-7BDC-9673-218DCB3A8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26533"/>
            <a:ext cx="10353762" cy="6045200"/>
          </a:xfrm>
        </p:spPr>
        <p:txBody>
          <a:bodyPr/>
          <a:lstStyle/>
          <a:p>
            <a:r>
              <a:rPr lang="en-US" sz="1800"/>
              <a:t>install-package </a:t>
            </a:r>
            <a:r>
              <a:rPr lang="en-US" sz="1800" b="1">
                <a:solidFill>
                  <a:srgbClr val="FFFF00"/>
                </a:solidFill>
              </a:rPr>
              <a:t>Hangfire</a:t>
            </a:r>
            <a:r>
              <a:rPr lang="en-US" sz="1800" b="1">
                <a:solidFill>
                  <a:srgbClr val="FF0000"/>
                </a:solidFill>
              </a:rPr>
              <a:t>.</a:t>
            </a:r>
            <a:r>
              <a:rPr lang="en-US" sz="1800">
                <a:solidFill>
                  <a:srgbClr val="00B0F0"/>
                </a:solidFill>
              </a:rPr>
              <a:t>AspNetCore</a:t>
            </a:r>
          </a:p>
          <a:p>
            <a:r>
              <a:rPr lang="en-US" sz="1800"/>
              <a:t>install-package Hangfire.SqlServer</a:t>
            </a:r>
          </a:p>
          <a:p>
            <a:endParaRPr lang="en-US"/>
          </a:p>
          <a:p>
            <a:r>
              <a:rPr lang="en-US" sz="1800"/>
              <a:t>Registeration</a:t>
            </a:r>
          </a:p>
          <a:p>
            <a:pPr lvl="1"/>
            <a:r>
              <a:rPr lang="en-US" b="1">
                <a:effectLst/>
              </a:rPr>
              <a:t>builder.Services.</a:t>
            </a:r>
            <a:r>
              <a:rPr lang="en-US" b="1">
                <a:solidFill>
                  <a:srgbClr val="00B0F0"/>
                </a:solidFill>
                <a:effectLst/>
              </a:rPr>
              <a:t>AddHangfireServer</a:t>
            </a:r>
            <a:r>
              <a:rPr lang="en-US" b="1">
                <a:effectLst/>
              </a:rPr>
              <a:t>();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57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06C1-2BFE-A0C2-3012-CBD270B16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02733"/>
          </a:xfrm>
        </p:spPr>
        <p:txBody>
          <a:bodyPr/>
          <a:lstStyle/>
          <a:p>
            <a:r>
              <a:rPr lang="en-US"/>
              <a:t>Json Serializer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2425C-3A64-82E6-B9C7-67FF11B9F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702733"/>
            <a:ext cx="12115800" cy="5994400"/>
          </a:xfrm>
        </p:spPr>
        <p:txBody>
          <a:bodyPr>
            <a:normAutofit/>
          </a:bodyPr>
          <a:lstStyle/>
          <a:p>
            <a:r>
              <a:rPr lang="en-US" sz="1800"/>
              <a:t>ASP.NET Core's model binding is generally </a:t>
            </a:r>
            <a:r>
              <a:rPr lang="en-US" sz="1800" b="1">
                <a:solidFill>
                  <a:srgbClr val="FF0000"/>
                </a:solidFill>
              </a:rPr>
              <a:t>case-insensitive</a:t>
            </a:r>
          </a:p>
          <a:p>
            <a:r>
              <a:rPr lang="en-US" sz="1800"/>
              <a:t>your ASP.NET Core API uses the default camelCase serialization</a:t>
            </a:r>
          </a:p>
          <a:p>
            <a:r>
              <a:rPr lang="en-US" sz="1800"/>
              <a:t>Since ASP.NET Core API returns JSON in camelCase, define your Angular interfaces properties in camelCase as well</a:t>
            </a:r>
          </a:p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452019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29245</TotalTime>
  <Words>698</Words>
  <Application>Microsoft Office PowerPoint</Application>
  <PresentationFormat>Widescreen</PresentationFormat>
  <Paragraphs>95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Built in methods</vt:lpstr>
      <vt:lpstr>PowerPoint Presentation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  <vt:lpstr>PowerPoint Presentation</vt:lpstr>
      <vt:lpstr>PowerPoint Presentation</vt:lpstr>
      <vt:lpstr>PowerPoint Presentation</vt:lpstr>
      <vt:lpstr>PowerPoint Presentation</vt:lpstr>
      <vt:lpstr>Hangfire</vt:lpstr>
      <vt:lpstr>Json Serializer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90</cp:revision>
  <dcterms:created xsi:type="dcterms:W3CDTF">2026-04-15T09:24:06Z</dcterms:created>
  <dcterms:modified xsi:type="dcterms:W3CDTF">2026-06-01T08:27:28Z</dcterms:modified>
</cp:coreProperties>
</file>