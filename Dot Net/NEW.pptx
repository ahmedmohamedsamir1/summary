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71" r:id="rId17"/>
    <p:sldId id="273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1049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491067"/>
            <a:ext cx="10353762" cy="5300133"/>
          </a:xfrm>
        </p:spPr>
        <p:txBody>
          <a:bodyPr/>
          <a:lstStyle/>
          <a:p>
            <a:r>
              <a:rPr lang="en-US"/>
              <a:t>SPACE(1)</a:t>
            </a:r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21971</TotalTime>
  <Words>636</Words>
  <Application>Microsoft Office PowerPoint</Application>
  <PresentationFormat>Widescreen</PresentationFormat>
  <Paragraphs>85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Built in methods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78</cp:revision>
  <dcterms:created xsi:type="dcterms:W3CDTF">2026-04-15T09:24:06Z</dcterms:created>
  <dcterms:modified xsi:type="dcterms:W3CDTF">2026-05-10T06:50:36Z</dcterms:modified>
</cp:coreProperties>
</file>