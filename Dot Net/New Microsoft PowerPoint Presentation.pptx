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1EBD3-A9B6-965B-B504-5269B25DE7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922346-51B3-FD0B-9B50-6BD69EE136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AEC412-58CE-DFDD-CDFC-E5F101238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AD588-8E0B-4425-AB7D-40554302B3A3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33E145-7C1B-C230-90B6-EC8EAD3B3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57162-4387-AF27-93A1-BB6811D44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A80FA-49AC-44FD-8F63-119D08B15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233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6FCFC-5440-2078-71E3-2585E3E19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5E4C6-5766-4FB4-3E62-A553E151C0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9E1AF1-755D-0122-75B3-BBA2A6EA1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AD588-8E0B-4425-AB7D-40554302B3A3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E7EA5F-4A2D-C6F8-21F6-03F779D50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E29CEB-57AA-ADA2-6B25-DFDB9BEEE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A80FA-49AC-44FD-8F63-119D08B15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110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05DF4-7FD3-CCE7-B35F-3B0C42017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1C46BB-2297-E469-608C-B5F0EF56CF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2F5CD2-F48D-E186-CB24-1382D5AC4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AD588-8E0B-4425-AB7D-40554302B3A3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7687A1-1CC6-D81E-3870-54FFA364E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84724-DC06-A52D-F397-7A5057C0D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A80FA-49AC-44FD-8F63-119D08B15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634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F4F25-5CF3-6935-4225-BA859A8A9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529C3-ED2A-C624-2F18-B88C70E6DD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53C42E-4B23-E3EE-24C0-5EAAA8A880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DEB12C-5E50-F1F3-5C8C-AA2B8C208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AD588-8E0B-4425-AB7D-40554302B3A3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90D93E-7678-335D-1481-E8F42F329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7B8959-46CA-D685-7D57-651D7D4B6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A80FA-49AC-44FD-8F63-119D08B15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244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B525E-ADA3-1B84-09C6-191728E96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C935B3-3938-BA2B-EA89-8278A8D2B7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616980-533B-15A3-2CD9-8F32D0E82A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D1D9B4-9936-0BCF-DC26-9E6C04B32C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8EE73D-F99F-8078-4EF4-C3672DD7F4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A877A9-A924-F1CC-2008-5D3D6A252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AD588-8E0B-4425-AB7D-40554302B3A3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57A4C4-964C-163D-F3A3-48E6546F2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D8D5EB-30ED-A3F5-EED5-2B81727A9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A80FA-49AC-44FD-8F63-119D08B15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779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A568E-BFCF-13F5-6531-B8AA13FD9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9B019B-4912-607F-2781-3386F930B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AD588-8E0B-4425-AB7D-40554302B3A3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2FF97E-B3CF-BB9C-FF79-0E9133244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A8F825-C810-7E7C-D48E-46322FA11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A80FA-49AC-44FD-8F63-119D08B15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36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77A53B-DF36-3273-C1BB-D67E7FE65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AD588-8E0B-4425-AB7D-40554302B3A3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8932E2-9610-9961-D4C6-5646FF485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77DDB6-3C1E-BC8A-E8D6-438BF91D3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A80FA-49AC-44FD-8F63-119D08B15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315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B20D4-27EB-D2E6-2861-813E795B5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4D4C4-1A8C-E398-7BCE-8635C7B110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1A4010-744F-F541-8EC9-7E1C0E7AC2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2828FD-8CE1-F477-A39A-376E2B2FB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AD588-8E0B-4425-AB7D-40554302B3A3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43AE04-6BF3-B714-E1AB-F0A19D39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419EEF-B92E-811E-4292-F4219B2A9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A80FA-49AC-44FD-8F63-119D08B15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109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2B71F-97D9-97ED-C379-64D0C0F71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423DF4-8BB7-2FC4-47EE-049CCD370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6470DD-8688-3AB6-097A-57DA951B36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929A94-5ACF-DEFE-8EDB-2A63A61E1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AD588-8E0B-4425-AB7D-40554302B3A3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76C752-4A4E-B901-8846-98AB43797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868791-7FE1-DF60-5C83-81A371595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A80FA-49AC-44FD-8F63-119D08B15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935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D5B23-2926-F0F1-5A5B-1256729BA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37A740-6C2A-3F12-0735-12E0448D00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656D47-4CD7-7BBA-430A-8FCAF7AA9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AD588-8E0B-4425-AB7D-40554302B3A3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855F09-CC41-6EB4-3154-B405B89FC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FC909-C977-BAED-29AB-54F59F68D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A80FA-49AC-44FD-8F63-119D08B15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731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4DFDC5-AF7B-38EC-0230-FF6549902D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647995-C593-DD11-A59E-83BE38BC56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3038C8-0DDA-C130-04D1-D04D8744D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AD588-8E0B-4425-AB7D-40554302B3A3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58075D-F6CE-F91E-07AD-61D0E89DC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AAAEC0-F595-46F8-0811-5EDDB78BF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A80FA-49AC-44FD-8F63-119D08B15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525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A228D7-2CEA-40F8-268C-EED9308AA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E3DDDA-A784-7322-A9CD-34949D80CB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86E329-E7F6-C36C-E18C-0BA9C5344B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5AD588-8E0B-4425-AB7D-40554302B3A3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9D64B0-C833-7869-182F-A854B52985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C433B-1B33-67D5-2E18-0CB7C5E61C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4A80FA-49AC-44FD-8F63-119D08B15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393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4C85F-6E2F-97C2-B213-EA2CAC9BDD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steps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4FBA35-9022-0434-FF53-480E9D2DEC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572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9D428-CABB-C3DC-C870-8CAEFC816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24373"/>
          </a:xfrm>
        </p:spPr>
        <p:txBody>
          <a:bodyPr>
            <a:normAutofit fontScale="90000"/>
          </a:bodyPr>
          <a:lstStyle/>
          <a:p>
            <a:r>
              <a:rPr lang="en-US" dirty="0"/>
              <a:t>test your application on your mobile using tunnel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FAE23-40F7-3D56-BE63-DE1298C2F4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4373"/>
            <a:ext cx="10515600" cy="583207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19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9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steps</vt:lpstr>
      <vt:lpstr>test your application on your mobile using tunnel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 Mohamed</dc:creator>
  <cp:lastModifiedBy>احمد محمد سمير</cp:lastModifiedBy>
  <cp:revision>1</cp:revision>
  <dcterms:created xsi:type="dcterms:W3CDTF">2024-11-19T12:25:11Z</dcterms:created>
  <dcterms:modified xsi:type="dcterms:W3CDTF">2025-04-16T08:46:51Z</dcterms:modified>
</cp:coreProperties>
</file>