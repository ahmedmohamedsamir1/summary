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8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2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0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7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8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51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2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0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82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670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51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821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5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3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7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0A86446-B806-47B8-88BA-7CD87B0AC32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E23B223-585A-442F-8DF8-B2D1E76B4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14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4D4D-B3FC-3F6E-68F1-9E16B8F2D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hints</a:t>
            </a:r>
            <a:br>
              <a:rPr lang="en-US" dirty="0"/>
            </a:br>
            <a:r>
              <a:rPr lang="en-US" dirty="0"/>
              <a:t> by ahmed Mohamed </a:t>
            </a:r>
            <a:r>
              <a:rPr lang="en-US" dirty="0" err="1"/>
              <a:t>samir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BCEC-7F10-AE72-D659-7D303799F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64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82391-20FA-DF9C-C0E2-3647E79A9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37" y="0"/>
            <a:ext cx="12003464" cy="6858000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.container::before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brown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absolute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z-index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-50%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 marL="3690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you can't make hover on the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pseudo elements ::before and ::after 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.container::</a:t>
            </a:r>
            <a:r>
              <a:rPr lang="en-US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before:hover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ar-EG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36900" indent="0">
              <a:buNone/>
            </a:pPr>
            <a:r>
              <a:rPr lang="ar-EG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ease-in-out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</a:t>
            </a:r>
          </a:p>
          <a:p>
            <a:pPr marL="36900" indent="0"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369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E3D8F-13C0-A1F1-394C-8153418BD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813" y="118621"/>
            <a:ext cx="21526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62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427</TotalTime>
  <Words>99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Calisto MT</vt:lpstr>
      <vt:lpstr>Consolas</vt:lpstr>
      <vt:lpstr>Wingdings 2</vt:lpstr>
      <vt:lpstr>Slate</vt:lpstr>
      <vt:lpstr>Css hints  by ahmed Mohamed samir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hints  by ahmed Mohamed samir</dc:title>
  <dc:creator>احمد محمد سمير</dc:creator>
  <cp:lastModifiedBy>احمد محمد سمير</cp:lastModifiedBy>
  <cp:revision>4</cp:revision>
  <dcterms:created xsi:type="dcterms:W3CDTF">2024-01-26T09:04:44Z</dcterms:created>
  <dcterms:modified xsi:type="dcterms:W3CDTF">2024-01-26T16:12:30Z</dcterms:modified>
</cp:coreProperties>
</file>