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57" r:id="rId4"/>
    <p:sldId id="258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102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25263-A7A4-4F01-821B-00FD4FD4CB08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E265E-D3C9-47ED-9389-911CCCED7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056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25263-A7A4-4F01-821B-00FD4FD4CB08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E265E-D3C9-47ED-9389-911CCCED7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438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25263-A7A4-4F01-821B-00FD4FD4CB08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E265E-D3C9-47ED-9389-911CCCED7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778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25263-A7A4-4F01-821B-00FD4FD4CB08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E265E-D3C9-47ED-9389-911CCCED7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182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25263-A7A4-4F01-821B-00FD4FD4CB08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E265E-D3C9-47ED-9389-911CCCED7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764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25263-A7A4-4F01-821B-00FD4FD4CB08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E265E-D3C9-47ED-9389-911CCCED7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699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25263-A7A4-4F01-821B-00FD4FD4CB08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E265E-D3C9-47ED-9389-911CCCED7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3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25263-A7A4-4F01-821B-00FD4FD4CB08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E265E-D3C9-47ED-9389-911CCCED7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960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25263-A7A4-4F01-821B-00FD4FD4CB08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E265E-D3C9-47ED-9389-911CCCED7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766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25263-A7A4-4F01-821B-00FD4FD4CB08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E265E-D3C9-47ED-9389-911CCCED7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194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25263-A7A4-4F01-821B-00FD4FD4CB08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E265E-D3C9-47ED-9389-911CCCED7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151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25263-A7A4-4F01-821B-00FD4FD4CB08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E265E-D3C9-47ED-9389-911CCCED7F6D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049383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25263-A7A4-4F01-821B-00FD4FD4CB08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E265E-D3C9-47ED-9389-911CCCED7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1184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25263-A7A4-4F01-821B-00FD4FD4CB08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E265E-D3C9-47ED-9389-911CCCED7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2879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25263-A7A4-4F01-821B-00FD4FD4CB08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E265E-D3C9-47ED-9389-911CCCED7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5027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25263-A7A4-4F01-821B-00FD4FD4CB08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E265E-D3C9-47ED-9389-911CCCED7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5698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25263-A7A4-4F01-821B-00FD4FD4CB08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E265E-D3C9-47ED-9389-911CCCED7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435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1625263-A7A4-4F01-821B-00FD4FD4CB08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AAFE265E-D3C9-47ED-9389-911CCCED7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1953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CFA49-5A7B-7FD1-B767-0FCDF1CD80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Front-End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53F07B-5FEF-D926-B37C-577700F796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By. ahmedmohamedmvp@gmail.com</a:t>
            </a:r>
          </a:p>
        </p:txBody>
      </p:sp>
    </p:spTree>
    <p:extLst>
      <p:ext uri="{BB962C8B-B14F-4D97-AF65-F5344CB8AC3E}">
        <p14:creationId xmlns:p14="http://schemas.microsoft.com/office/powerpoint/2010/main" val="37665921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B90D2-CAF2-ADDB-66FB-4F30F22FD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65314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nav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5C3525C-F5E0-06B6-597A-D005A0F1A0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745" y="1087385"/>
            <a:ext cx="2617428" cy="3343938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8B1CF97-380E-C344-765E-2CE5490997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708" y="1087385"/>
            <a:ext cx="2617427" cy="3343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31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9A328-757A-C2DC-D87F-A3AB9EAF3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"/>
            <a:ext cx="10353762" cy="622998"/>
          </a:xfrm>
        </p:spPr>
        <p:txBody>
          <a:bodyPr>
            <a:normAutofit fontScale="90000"/>
          </a:bodyPr>
          <a:lstStyle/>
          <a:p>
            <a:r>
              <a:rPr lang="en-US" sz="3600" b="1" dirty="0" err="1"/>
              <a:t>Offcanvas</a:t>
            </a:r>
            <a:endParaRPr lang="en-US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6ADEB-760E-7F63-F2C2-7AC5411AF6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644" y="703385"/>
            <a:ext cx="11656087" cy="5928527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FD6B17-2B6C-9149-FD0E-AEA38ED8C3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33541"/>
            <a:ext cx="3971722" cy="38042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99B7EDF-814F-1AFE-CE14-8F64A3BFD9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3319" y="1135464"/>
            <a:ext cx="2981325" cy="18002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71677D3-EAFF-5EB3-A4D3-0423B40C6C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3319" y="3097807"/>
            <a:ext cx="2981325" cy="1740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1304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E7683-29E8-7918-23CB-D8962AC1A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572756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Code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1C26E27-AF33-7F2C-7C6E-3FA80D8FAB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572753"/>
            <a:ext cx="7689231" cy="4295566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  <p:pic>
        <p:nvPicPr>
          <p:cNvPr id="10" name="Content Placeholder 8">
            <a:extLst>
              <a:ext uri="{FF2B5EF4-FFF2-40B4-BE49-F238E27FC236}">
                <a16:creationId xmlns:a16="http://schemas.microsoft.com/office/drawing/2014/main" id="{6728EB8B-AAD4-F467-A244-0CAE85CAC9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9231" y="835565"/>
            <a:ext cx="4502767" cy="3667648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DB15134-9DEE-EB32-A1E4-5117014104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975629"/>
            <a:ext cx="12192000" cy="1669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338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014C2-BB12-8EEF-F1BE-79511F8CD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03985A3-C1E2-1884-BFAD-05E4810FAB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82998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Slate</Template>
  <TotalTime>148</TotalTime>
  <Words>11</Words>
  <Application>Microsoft Office PowerPoint</Application>
  <PresentationFormat>Widescreen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Calisto MT</vt:lpstr>
      <vt:lpstr>Wingdings 2</vt:lpstr>
      <vt:lpstr>Slate</vt:lpstr>
      <vt:lpstr>Front-End</vt:lpstr>
      <vt:lpstr>nav</vt:lpstr>
      <vt:lpstr>Offcanvas</vt:lpstr>
      <vt:lpstr>Code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احمد محمد سمير</dc:creator>
  <cp:lastModifiedBy>احمد محمد سمير</cp:lastModifiedBy>
  <cp:revision>27</cp:revision>
  <dcterms:created xsi:type="dcterms:W3CDTF">2026-01-31T13:53:10Z</dcterms:created>
  <dcterms:modified xsi:type="dcterms:W3CDTF">2026-01-31T20:08:48Z</dcterms:modified>
</cp:coreProperties>
</file>