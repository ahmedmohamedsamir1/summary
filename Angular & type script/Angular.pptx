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69" r:id="rId18"/>
    <p:sldId id="26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the </a:t>
            </a:r>
            <a:r>
              <a:rPr lang="en-US" b="1" dirty="0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is Subscriber.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614676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818181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4300</TotalTime>
  <Words>291</Words>
  <Application>Microsoft Office PowerPoint</Application>
  <PresentationFormat>Widescreen</PresentationFormat>
  <Paragraphs>64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Type Script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109</cp:revision>
  <dcterms:created xsi:type="dcterms:W3CDTF">2026-01-29T20:04:39Z</dcterms:created>
  <dcterms:modified xsi:type="dcterms:W3CDTF">2026-02-07T12:55:41Z</dcterms:modified>
</cp:coreProperties>
</file>