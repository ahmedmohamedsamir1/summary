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2" r:id="rId5"/>
    <p:sldId id="259" r:id="rId6"/>
    <p:sldId id="283" r:id="rId7"/>
    <p:sldId id="288" r:id="rId8"/>
    <p:sldId id="284" r:id="rId9"/>
    <p:sldId id="285" r:id="rId10"/>
    <p:sldId id="287" r:id="rId11"/>
    <p:sldId id="286" r:id="rId12"/>
    <p:sldId id="257" r:id="rId13"/>
    <p:sldId id="258" r:id="rId14"/>
    <p:sldId id="260" r:id="rId15"/>
    <p:sldId id="261" r:id="rId16"/>
    <p:sldId id="262" r:id="rId17"/>
    <p:sldId id="263" r:id="rId18"/>
    <p:sldId id="267" r:id="rId19"/>
    <p:sldId id="264" r:id="rId20"/>
    <p:sldId id="270" r:id="rId21"/>
    <p:sldId id="271" r:id="rId22"/>
    <p:sldId id="272" r:id="rId23"/>
    <p:sldId id="273" r:id="rId24"/>
    <p:sldId id="274" r:id="rId25"/>
    <p:sldId id="276" r:id="rId26"/>
    <p:sldId id="275" r:id="rId27"/>
    <p:sldId id="277" r:id="rId28"/>
    <p:sldId id="289" r:id="rId29"/>
    <p:sldId id="290" r:id="rId30"/>
    <p:sldId id="278" r:id="rId31"/>
    <p:sldId id="279" r:id="rId32"/>
    <p:sldId id="269" r:id="rId33"/>
    <p:sldId id="280" r:id="rId34"/>
    <p:sldId id="268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A399-696D-AA40-A828-B9F6B419C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3191"/>
          </a:xfrm>
        </p:spPr>
        <p:txBody>
          <a:bodyPr>
            <a:normAutofit fontScale="90000"/>
          </a:bodyPr>
          <a:lstStyle/>
          <a:p>
            <a:r>
              <a:rPr lang="en-US" b="1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8DD8-DCD6-A95B-D1B4-49DD639A9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870" y="663191"/>
            <a:ext cx="11847007" cy="6089301"/>
          </a:xfrm>
        </p:spPr>
        <p:txBody>
          <a:bodyPr/>
          <a:lstStyle/>
          <a:p>
            <a:r>
              <a:rPr lang="en-US"/>
              <a:t>App folder</a:t>
            </a:r>
          </a:p>
          <a:p>
            <a:pPr lvl="1"/>
            <a:r>
              <a:rPr lang="en-US"/>
              <a:t>Core</a:t>
            </a:r>
          </a:p>
          <a:p>
            <a:pPr lvl="1"/>
            <a:r>
              <a:rPr lang="en-US"/>
              <a:t>Features</a:t>
            </a:r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67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4" y="633047"/>
            <a:ext cx="11826910" cy="5958672"/>
          </a:xfrm>
        </p:spPr>
        <p:txBody>
          <a:bodyPr/>
          <a:lstStyle/>
          <a:p>
            <a:r>
              <a:rPr lang="en-US" sz="2800" err="1">
                <a:solidFill>
                  <a:srgbClr val="FF0000"/>
                </a:solidFill>
              </a:rPr>
              <a:t>src</a:t>
            </a:r>
            <a:endParaRPr lang="en-US">
              <a:solidFill>
                <a:srgbClr val="FF0000"/>
              </a:solidFill>
            </a:endParaRPr>
          </a:p>
          <a:p>
            <a:pPr lvl="1"/>
            <a:r>
              <a:rPr lang="en-US" sz="2000" b="1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err="1">
                <a:solidFill>
                  <a:srgbClr val="FFFF00"/>
                </a:solidFill>
              </a:rPr>
              <a:t>app.route.ts</a:t>
            </a:r>
            <a:endParaRPr lang="en-US" sz="1800" b="1">
              <a:solidFill>
                <a:srgbClr val="FFFF00"/>
              </a:solidFill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/>
              <a:t>index.html</a:t>
            </a:r>
          </a:p>
          <a:p>
            <a:pPr lvl="1"/>
            <a:r>
              <a:rPr lang="en-US" b="1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>
                <a:solidFill>
                  <a:srgbClr val="FFC000"/>
                </a:solidFill>
              </a:rPr>
              <a:t>style.css</a:t>
            </a:r>
          </a:p>
          <a:p>
            <a:endParaRPr lang="en-US"/>
          </a:p>
          <a:p>
            <a:endParaRPr lang="en-US"/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555F-1F4C-F99E-0C84-E0E0F7B2F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734" y="107183"/>
            <a:ext cx="10778532" cy="74692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D0838-12BA-A35E-B1C3-40FEC10C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418" y="1077633"/>
            <a:ext cx="10982848" cy="5554279"/>
          </a:xfrm>
        </p:spPr>
        <p:txBody>
          <a:bodyPr/>
          <a:lstStyle/>
          <a:p>
            <a:r>
              <a:rPr lang="en-US"/>
              <a:t>A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D9BF44-3A44-C230-3B43-FC2CFB96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18" y="1905261"/>
            <a:ext cx="6810984" cy="426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70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DDBFC-0859-C305-91EF-073D0AD74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32079"/>
          </a:xfrm>
        </p:spPr>
        <p:txBody>
          <a:bodyPr>
            <a:normAutofit fontScale="90000"/>
          </a:bodyPr>
          <a:lstStyle/>
          <a:p>
            <a:r>
              <a:rPr lang="en-US" b="1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19249-8C27-E0D3-3645-3AD29CACB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080"/>
            <a:ext cx="11857055" cy="6425920"/>
          </a:xfrm>
        </p:spPr>
        <p:txBody>
          <a:bodyPr>
            <a:noAutofit/>
          </a:bodyPr>
          <a:lstStyle/>
          <a:p>
            <a:r>
              <a:rPr lang="en-US" sz="1500" b="1"/>
              <a:t>Inside app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core</a:t>
            </a:r>
            <a:r>
              <a:rPr lang="en-US" sz="1500" b="1"/>
              <a:t> : contains the things that is are not connected with UI</a:t>
            </a:r>
          </a:p>
          <a:p>
            <a:pPr lvl="2"/>
            <a:r>
              <a:rPr lang="en-US" sz="1500" b="1"/>
              <a:t>Interceptors</a:t>
            </a:r>
          </a:p>
          <a:p>
            <a:pPr lvl="2"/>
            <a:r>
              <a:rPr lang="en-US" sz="1500" b="1"/>
              <a:t>gaurds</a:t>
            </a:r>
          </a:p>
          <a:p>
            <a:pPr lvl="2"/>
            <a:r>
              <a:rPr lang="en-US" sz="1500" b="1"/>
              <a:t>services</a:t>
            </a:r>
          </a:p>
          <a:p>
            <a:pPr lvl="2"/>
            <a:r>
              <a:rPr lang="en-US" sz="1500" b="1"/>
              <a:t>constants</a:t>
            </a:r>
          </a:p>
          <a:p>
            <a:pPr lvl="3"/>
            <a:r>
              <a:rPr lang="en-US" sz="1500" b="1"/>
              <a:t>Global.Constant.ts</a:t>
            </a:r>
          </a:p>
          <a:p>
            <a:pPr lvl="2"/>
            <a:r>
              <a:rPr lang="en-US" sz="1500" b="1"/>
              <a:t>models</a:t>
            </a:r>
          </a:p>
          <a:p>
            <a:pPr lvl="3"/>
            <a:r>
              <a:rPr lang="en-US" sz="1500" b="1"/>
              <a:t>classes</a:t>
            </a:r>
          </a:p>
          <a:p>
            <a:pPr lvl="3"/>
            <a:r>
              <a:rPr lang="en-US" sz="1500" b="1"/>
              <a:t>Interfaces : ColorOptionDTOs</a:t>
            </a:r>
          </a:p>
          <a:p>
            <a:pPr lvl="2"/>
            <a:r>
              <a:rPr lang="en-US" sz="1500" b="1"/>
              <a:t>enums</a:t>
            </a:r>
          </a:p>
          <a:p>
            <a:pPr lvl="2"/>
            <a:r>
              <a:rPr lang="en-US" sz="1500" b="1"/>
              <a:t>Helpers</a:t>
            </a:r>
          </a:p>
          <a:p>
            <a:pPr lvl="3"/>
            <a:r>
              <a:rPr lang="en-US" sz="1500" b="1"/>
              <a:t>common.helper.ts</a:t>
            </a:r>
          </a:p>
          <a:p>
            <a:pPr lvl="2"/>
            <a:r>
              <a:rPr lang="en-US" sz="1500" b="1"/>
              <a:t>resolvers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Pages</a:t>
            </a:r>
            <a:endParaRPr lang="en-US" sz="1500" b="1">
              <a:solidFill>
                <a:srgbClr val="FF0000"/>
              </a:solidFill>
            </a:endParaRPr>
          </a:p>
          <a:p>
            <a:pPr lvl="2"/>
            <a:r>
              <a:rPr lang="en-US" sz="1500" b="1"/>
              <a:t>contains the components which is not reusable and could be accessed via route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shared</a:t>
            </a:r>
            <a:endParaRPr lang="en-US" sz="1500" b="1">
              <a:solidFill>
                <a:srgbClr val="FF0000"/>
              </a:solidFill>
            </a:endParaRPr>
          </a:p>
          <a:p>
            <a:pPr lvl="2"/>
            <a:r>
              <a:rPr lang="en-US" sz="1500" b="1"/>
              <a:t>contains things that are connected with UI like directives, pipes, reusable components</a:t>
            </a:r>
          </a:p>
        </p:txBody>
      </p:sp>
    </p:spTree>
    <p:extLst>
      <p:ext uri="{BB962C8B-B14F-4D97-AF65-F5344CB8AC3E}">
        <p14:creationId xmlns:p14="http://schemas.microsoft.com/office/powerpoint/2010/main" val="1099757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3282-4201-A672-3DDD-2529F44FD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828" y="16747"/>
            <a:ext cx="10353762" cy="666541"/>
          </a:xfrm>
        </p:spPr>
        <p:txBody>
          <a:bodyPr>
            <a:normAutofit fontScale="90000"/>
          </a:bodyPr>
          <a:lstStyle/>
          <a:p>
            <a:r>
              <a:rPr lang="en-US" b="1"/>
              <a:t>Core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D83F7-332B-ACD9-139D-B3C2E1D4E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683289"/>
            <a:ext cx="11756571" cy="6059156"/>
          </a:xfrm>
        </p:spPr>
        <p:txBody>
          <a:bodyPr>
            <a:normAutofit/>
          </a:bodyPr>
          <a:lstStyle/>
          <a:p>
            <a:r>
              <a:rPr lang="en-US"/>
              <a:t>Inside app</a:t>
            </a:r>
          </a:p>
          <a:p>
            <a:pPr lvl="1"/>
            <a:r>
              <a:rPr lang="en-US"/>
              <a:t>core : contains the things that is are not connected with UI</a:t>
            </a:r>
          </a:p>
          <a:p>
            <a:pPr lvl="2"/>
            <a:r>
              <a:rPr lang="en-US"/>
              <a:t>Interceptors</a:t>
            </a:r>
          </a:p>
          <a:p>
            <a:pPr lvl="2"/>
            <a:r>
              <a:rPr lang="en-US"/>
              <a:t>gaurds</a:t>
            </a:r>
          </a:p>
          <a:p>
            <a:pPr lvl="2"/>
            <a:r>
              <a:rPr lang="en-US" sz="1800"/>
              <a:t>services</a:t>
            </a:r>
          </a:p>
          <a:p>
            <a:pPr lvl="2"/>
            <a:r>
              <a:rPr lang="en-US" sz="1800"/>
              <a:t>constants</a:t>
            </a:r>
          </a:p>
          <a:p>
            <a:pPr lvl="3"/>
            <a:r>
              <a:rPr lang="en-US" sz="1600"/>
              <a:t>Global.Constant.ts</a:t>
            </a:r>
          </a:p>
          <a:p>
            <a:pPr lvl="2"/>
            <a:r>
              <a:rPr lang="en-US" sz="1800"/>
              <a:t>models</a:t>
            </a:r>
          </a:p>
          <a:p>
            <a:pPr lvl="3"/>
            <a:r>
              <a:rPr lang="en-US" sz="1800"/>
              <a:t>classes</a:t>
            </a:r>
          </a:p>
          <a:p>
            <a:pPr lvl="3"/>
            <a:r>
              <a:rPr lang="en-US" sz="1800"/>
              <a:t>interfaces</a:t>
            </a:r>
          </a:p>
          <a:p>
            <a:pPr lvl="2"/>
            <a:r>
              <a:rPr lang="en-US" sz="1800"/>
              <a:t>enums</a:t>
            </a:r>
          </a:p>
          <a:p>
            <a:pPr lvl="2"/>
            <a:r>
              <a:rPr lang="en-US" sz="1800"/>
              <a:t>Helpers</a:t>
            </a:r>
          </a:p>
          <a:p>
            <a:pPr lvl="3"/>
            <a:r>
              <a:rPr lang="en-US" sz="1600"/>
              <a:t>common.helper.ts</a:t>
            </a:r>
          </a:p>
          <a:p>
            <a:pPr lvl="2"/>
            <a:r>
              <a:rPr lang="en-US" sz="1800"/>
              <a:t>resolvers</a:t>
            </a:r>
          </a:p>
        </p:txBody>
      </p:sp>
    </p:spTree>
    <p:extLst>
      <p:ext uri="{BB962C8B-B14F-4D97-AF65-F5344CB8AC3E}">
        <p14:creationId xmlns:p14="http://schemas.microsoft.com/office/powerpoint/2010/main" val="3331318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EACA9-ED7F-FFC3-6BB8-E431F02A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Shared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D2451-8AF8-5BA1-6AE2-2C98C8AAF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1"/>
            <a:ext cx="10353762" cy="4820750"/>
          </a:xfrm>
        </p:spPr>
        <p:txBody>
          <a:bodyPr/>
          <a:lstStyle/>
          <a:p>
            <a:r>
              <a:rPr lang="en-US"/>
              <a:t>app folder</a:t>
            </a:r>
          </a:p>
          <a:p>
            <a:pPr lvl="1"/>
            <a:r>
              <a:rPr lang="en-US"/>
              <a:t>Shared : contains things that are connected with UI like directives, pipes, reusable components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400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75598-8B9C-17B3-4A42-1E65F597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807218"/>
          </a:xfrm>
        </p:spPr>
        <p:txBody>
          <a:bodyPr/>
          <a:lstStyle/>
          <a:p>
            <a:r>
              <a:rPr lang="en-US" b="1"/>
              <a:t>Pages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491EA-F511-601B-31E3-FF557B4C2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807219"/>
            <a:ext cx="11435024" cy="5854838"/>
          </a:xfrm>
        </p:spPr>
        <p:txBody>
          <a:bodyPr/>
          <a:lstStyle/>
          <a:p>
            <a:r>
              <a:rPr lang="en-US"/>
              <a:t>Inside app</a:t>
            </a:r>
          </a:p>
          <a:p>
            <a:pPr lvl="1"/>
            <a:r>
              <a:rPr lang="en-US"/>
              <a:t>Pages: contains the components which is not reusable and could be accessed via route</a:t>
            </a:r>
          </a:p>
          <a:p>
            <a:pPr lvl="2"/>
            <a:r>
              <a:rPr lang="en-US" sz="1800"/>
              <a:t>employee</a:t>
            </a:r>
          </a:p>
          <a:p>
            <a:pPr lvl="3"/>
            <a:r>
              <a:rPr lang="en-US" sz="1800"/>
              <a:t>employee-list</a:t>
            </a:r>
          </a:p>
          <a:p>
            <a:pPr lvl="3"/>
            <a:r>
              <a:rPr lang="en-US" sz="1800"/>
              <a:t>new-employee</a:t>
            </a:r>
          </a:p>
          <a:p>
            <a:pPr lvl="2"/>
            <a:r>
              <a:rPr lang="en-US"/>
              <a:t>Department folder</a:t>
            </a:r>
          </a:p>
          <a:p>
            <a:pPr lvl="3"/>
            <a:r>
              <a:rPr lang="en-US" sz="1800"/>
              <a:t>Department-list</a:t>
            </a:r>
          </a:p>
          <a:p>
            <a:pPr lvl="3"/>
            <a:r>
              <a:rPr lang="en-US" sz="1800"/>
              <a:t>New-department</a:t>
            </a:r>
          </a:p>
        </p:txBody>
      </p:sp>
    </p:spTree>
    <p:extLst>
      <p:ext uri="{BB962C8B-B14F-4D97-AF65-F5344CB8AC3E}">
        <p14:creationId xmlns:p14="http://schemas.microsoft.com/office/powerpoint/2010/main" val="3202478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</a:p>
          <a:p>
            <a:pPr lvl="1"/>
            <a:endParaRPr lang="en-US" sz="1600" b="1"/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15688</TotalTime>
  <Words>882</Words>
  <Application>Microsoft Office PowerPoint</Application>
  <PresentationFormat>Widescreen</PresentationFormat>
  <Paragraphs>170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Project Structure</vt:lpstr>
      <vt:lpstr>PowerPoint Presentation</vt:lpstr>
      <vt:lpstr>Architecture</vt:lpstr>
      <vt:lpstr>Environment Creation</vt:lpstr>
      <vt:lpstr>Core Folder</vt:lpstr>
      <vt:lpstr>Shared folder</vt:lpstr>
      <vt:lpstr>Pages Folder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Creating new component</vt:lpstr>
      <vt:lpstr>Creating side bar</vt:lpstr>
      <vt:lpstr>Adding bootstrap &amp; Bootstrap icon</vt:lpstr>
      <vt:lpstr>Addin CSS file globally</vt:lpstr>
      <vt:lpstr>Angular Material </vt:lpstr>
      <vt:lpstr>Installation</vt:lpstr>
      <vt:lpstr>Create main layout </vt:lpstr>
      <vt:lpstr>Create main layout  (cont.)</vt:lpstr>
      <vt:lpstr>Type Script</vt:lpstr>
      <vt:lpstr>Layout [cont.]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191</cp:revision>
  <dcterms:created xsi:type="dcterms:W3CDTF">2026-01-29T20:04:39Z</dcterms:created>
  <dcterms:modified xsi:type="dcterms:W3CDTF">2026-03-03T21:15:28Z</dcterms:modified>
</cp:coreProperties>
</file>