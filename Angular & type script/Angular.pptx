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59" r:id="rId5"/>
    <p:sldId id="257" r:id="rId6"/>
    <p:sldId id="258" r:id="rId7"/>
    <p:sldId id="260" r:id="rId8"/>
    <p:sldId id="261" r:id="rId9"/>
    <p:sldId id="262" r:id="rId10"/>
    <p:sldId id="263" r:id="rId11"/>
    <p:sldId id="264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Angular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 dirty="0"/>
              <a:t>ng new projectName // it will cerate new folder with name projectName</a:t>
            </a:r>
          </a:p>
          <a:p>
            <a:pPr lvl="1"/>
            <a:r>
              <a:rPr lang="en-US" b="1" dirty="0"/>
              <a:t>which </a:t>
            </a:r>
            <a:r>
              <a:rPr lang="en-US" b="1" dirty="0">
                <a:solidFill>
                  <a:srgbClr val="FFFF00"/>
                </a:solidFill>
              </a:rPr>
              <a:t>stylesheet</a:t>
            </a:r>
            <a:r>
              <a:rPr lang="en-US" b="1" dirty="0"/>
              <a:t> format would you like to use ---- choose css</a:t>
            </a:r>
          </a:p>
          <a:p>
            <a:pPr lvl="1"/>
            <a:r>
              <a:rPr lang="en-US" b="1" dirty="0"/>
              <a:t>do you want to enable server-side rendering     ---- choose NO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F7D4E-E9DF-520F-77A7-2C837037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dirty="0"/>
              <a:t>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756C4-12AC-68A7-C575-F9674002C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633047"/>
            <a:ext cx="11957538" cy="5958672"/>
          </a:xfrm>
        </p:spPr>
        <p:txBody>
          <a:bodyPr/>
          <a:lstStyle/>
          <a:p>
            <a:r>
              <a:rPr lang="en-US" sz="2800" dirty="0" err="1">
                <a:solidFill>
                  <a:srgbClr val="FF0000"/>
                </a:solidFill>
              </a:rPr>
              <a:t>src</a:t>
            </a:r>
            <a:endParaRPr lang="en-US" dirty="0">
              <a:solidFill>
                <a:srgbClr val="FF0000"/>
              </a:solidFill>
            </a:endParaRP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app folder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Components folder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DTOs folder</a:t>
            </a:r>
          </a:p>
          <a:p>
            <a:pPr lvl="2"/>
            <a:r>
              <a:rPr lang="en-US" sz="1800" b="1" dirty="0" err="1">
                <a:solidFill>
                  <a:srgbClr val="FFFF00"/>
                </a:solidFill>
              </a:rPr>
              <a:t>app.route.ts</a:t>
            </a:r>
            <a:endParaRPr lang="en-US" sz="1800" b="1" dirty="0">
              <a:solidFill>
                <a:srgbClr val="FFFF00"/>
              </a:solidFill>
            </a:endParaRPr>
          </a:p>
          <a:p>
            <a:pPr lvl="1"/>
            <a:r>
              <a:rPr lang="en-US" b="1" dirty="0">
                <a:solidFill>
                  <a:srgbClr val="FFFF00"/>
                </a:solidFill>
              </a:rPr>
              <a:t>assets folder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css folder</a:t>
            </a:r>
          </a:p>
          <a:p>
            <a:pPr lvl="1"/>
            <a:r>
              <a:rPr lang="en-US" b="1" dirty="0"/>
              <a:t>index.html</a:t>
            </a:r>
          </a:p>
          <a:p>
            <a:pPr lvl="1"/>
            <a:r>
              <a:rPr lang="en-US" b="1" dirty="0" err="1">
                <a:solidFill>
                  <a:schemeClr val="accent5">
                    <a:lumMod val="40000"/>
                    <a:lumOff val="60000"/>
                  </a:schemeClr>
                </a:solidFill>
              </a:rPr>
              <a:t>main.ts</a:t>
            </a:r>
            <a:endParaRPr lang="en-US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lvl="1"/>
            <a:r>
              <a:rPr lang="en-US" b="1" dirty="0">
                <a:solidFill>
                  <a:srgbClr val="FFC000"/>
                </a:solidFill>
              </a:rPr>
              <a:t>style.css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09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Routes [</a:t>
            </a:r>
            <a:r>
              <a:rPr lang="en-US" b="1" dirty="0" err="1">
                <a:solidFill>
                  <a:srgbClr val="FF0000"/>
                </a:solidFill>
              </a:rPr>
              <a:t>app.route.ts</a:t>
            </a:r>
            <a:r>
              <a:rPr lang="en-US" b="1" dirty="0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8481" y="551325"/>
            <a:ext cx="5493519" cy="24130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32840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 dirty="0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RouterLinkActive</a:t>
            </a:r>
            <a:r>
              <a:rPr lang="en-US" b="1" dirty="0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486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91" y="1145512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91" y="1682553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473824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routerLinkActiveOption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454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 dirty="0" err="1">
                <a:solidFill>
                  <a:srgbClr val="FF0000"/>
                </a:solidFill>
              </a:rPr>
              <a:t>routerLinkActiveOption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970451"/>
            <a:ext cx="10353762" cy="4820750"/>
          </a:xfrm>
        </p:spPr>
        <p:txBody>
          <a:bodyPr/>
          <a:lstStyle/>
          <a:p>
            <a:r>
              <a:rPr lang="en-US" dirty="0"/>
              <a:t>Interpolation</a:t>
            </a:r>
          </a:p>
          <a:p>
            <a:r>
              <a:rPr lang="en-US" dirty="0"/>
              <a:t>attribute (property) binding</a:t>
            </a:r>
          </a:p>
          <a:p>
            <a:r>
              <a:rPr lang="en-US" dirty="0"/>
              <a:t>class binding</a:t>
            </a:r>
          </a:p>
          <a:p>
            <a:r>
              <a:rPr lang="en-US" dirty="0"/>
              <a:t>style binding</a:t>
            </a:r>
          </a:p>
          <a:p>
            <a:r>
              <a:rPr lang="en-US" dirty="0"/>
              <a:t>Event Binding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dirty="0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 dirty="0"/>
              <a:t>In this example we have sidebar(dashboard) // layouts/dashboard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9904116" cy="2945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2548</TotalTime>
  <Words>121</Words>
  <Application>Microsoft Office PowerPoint</Application>
  <PresentationFormat>Widescreen</PresentationFormat>
  <Paragraphs>38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Calisto MT</vt:lpstr>
      <vt:lpstr>Wingdings 2</vt:lpstr>
      <vt:lpstr>Slate</vt:lpstr>
      <vt:lpstr>Angular</vt:lpstr>
      <vt:lpstr>Installation</vt:lpstr>
      <vt:lpstr>Creating Project </vt:lpstr>
      <vt:lpstr>Project Structure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</vt:lpstr>
      <vt:lpstr>routerLinkActiveOption</vt:lpstr>
      <vt:lpstr>Router outlet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احمد محمد سمير</cp:lastModifiedBy>
  <cp:revision>32</cp:revision>
  <dcterms:created xsi:type="dcterms:W3CDTF">2026-01-29T20:04:39Z</dcterms:created>
  <dcterms:modified xsi:type="dcterms:W3CDTF">2026-01-31T20:55:26Z</dcterms:modified>
</cp:coreProperties>
</file>