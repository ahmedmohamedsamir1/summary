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264" r:id="rId13"/>
    <p:sldId id="270" r:id="rId14"/>
    <p:sldId id="271" r:id="rId15"/>
    <p:sldId id="272" r:id="rId16"/>
    <p:sldId id="273" r:id="rId17"/>
    <p:sldId id="269" r:id="rId18"/>
    <p:sldId id="26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Binding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 dirty="0"/>
              <a:t>Interpolation</a:t>
            </a:r>
          </a:p>
          <a:p>
            <a:r>
              <a:rPr lang="en-US" b="1" dirty="0"/>
              <a:t>attribute (property) binding</a:t>
            </a:r>
          </a:p>
          <a:p>
            <a:r>
              <a:rPr lang="en-US" b="1" dirty="0"/>
              <a:t>class binding</a:t>
            </a:r>
          </a:p>
          <a:p>
            <a:r>
              <a:rPr lang="en-US" b="1" dirty="0"/>
              <a:t>style binding</a:t>
            </a:r>
          </a:p>
          <a:p>
            <a:r>
              <a:rPr lang="en-US" b="1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dirty="0"/>
              <a:t>it is used to handle (manage) asynchronous operations</a:t>
            </a:r>
          </a:p>
          <a:p>
            <a:r>
              <a:rPr lang="en-US" dirty="0"/>
              <a:t>Emits multiple values over time (better for data streaming) (data producer)</a:t>
            </a:r>
          </a:p>
          <a:p>
            <a:r>
              <a:rPr lang="en-US" dirty="0"/>
              <a:t>Lazy (executed when subscribed).</a:t>
            </a:r>
          </a:p>
          <a:p>
            <a:r>
              <a:rPr lang="en-US" dirty="0"/>
              <a:t>Can be canceled (by unsubscribing).</a:t>
            </a:r>
          </a:p>
          <a:p>
            <a:r>
              <a:rPr lang="en-US" dirty="0"/>
              <a:t>Included in ReactiveX Library</a:t>
            </a:r>
          </a:p>
          <a:p>
            <a:r>
              <a:rPr lang="en-US" dirty="0">
                <a:effectLst/>
              </a:rPr>
              <a:t>A stream of data or events (like news) that can be sent over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 dirty="0">
                <a:effectLst/>
              </a:rPr>
              <a:t>It is an object (or a set of callbacks) that defines </a:t>
            </a:r>
            <a:r>
              <a:rPr lang="en-US" i="1" dirty="0">
                <a:effectLst/>
              </a:rPr>
              <a:t>how</a:t>
            </a:r>
            <a:r>
              <a:rPr lang="en-US" dirty="0">
                <a:effectLst/>
              </a:rPr>
              <a:t> to handle the data coming from the Observable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/>
          </a:p>
          <a:p>
            <a:r>
              <a:rPr lang="en-US"/>
              <a:t>The </a:t>
            </a:r>
            <a:r>
              <a:rPr lang="en-US" dirty="0"/>
              <a:t>object passed inside the </a:t>
            </a:r>
            <a:r>
              <a:rPr lang="en-US" b="1" dirty="0">
                <a:solidFill>
                  <a:srgbClr val="FFFF00"/>
                </a:solidFill>
              </a:rPr>
              <a:t>.subscribe()</a:t>
            </a:r>
            <a:r>
              <a:rPr lang="en-US" dirty="0"/>
              <a:t> method is the </a:t>
            </a:r>
            <a:r>
              <a:rPr lang="en-US" b="1" dirty="0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0" y="1132787"/>
            <a:ext cx="4827639" cy="22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 dirty="0">
                <a:effectLst/>
              </a:rPr>
              <a:t>acts as the middleman: It takes value from the Observable and hands it to the Observer's next() method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FFFF00"/>
                </a:solidFill>
              </a:rPr>
              <a:t>subscriber</a:t>
            </a:r>
            <a:r>
              <a:rPr lang="en-US" dirty="0"/>
              <a:t> parameter inside the new </a:t>
            </a:r>
            <a:r>
              <a:rPr lang="en-US" b="1" dirty="0">
                <a:solidFill>
                  <a:srgbClr val="FFFF00"/>
                </a:solidFill>
              </a:rPr>
              <a:t>Observable constructor</a:t>
            </a:r>
            <a:r>
              <a:rPr lang="en-US" dirty="0"/>
              <a:t> is Subscriber.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6292" y="929817"/>
            <a:ext cx="4803462" cy="176699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15" y="3078836"/>
            <a:ext cx="4714339" cy="199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3"/>
            <a:ext cx="10353762" cy="970450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614676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: Enums in TypeScript are technically objects where :</a:t>
            </a:r>
          </a:p>
          <a:p>
            <a:pPr lvl="1"/>
            <a:r>
              <a:rPr lang="en-US" dirty="0"/>
              <a:t>Keys are strings.</a:t>
            </a:r>
          </a:p>
          <a:p>
            <a:pPr lvl="1"/>
            <a:r>
              <a:rPr lang="en-US" dirty="0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" y="727143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357976"/>
            <a:ext cx="10353762" cy="11908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828229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2973</TotalTime>
  <Words>291</Words>
  <Application>Microsoft Office PowerPoint</Application>
  <PresentationFormat>Widescreen</PresentationFormat>
  <Paragraphs>63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Type Script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IT Department</cp:lastModifiedBy>
  <cp:revision>85</cp:revision>
  <dcterms:created xsi:type="dcterms:W3CDTF">2026-01-29T20:04:39Z</dcterms:created>
  <dcterms:modified xsi:type="dcterms:W3CDTF">2026-02-05T14:55:24Z</dcterms:modified>
</cp:coreProperties>
</file>