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270" r:id="rId17"/>
    <p:sldId id="271" r:id="rId18"/>
    <p:sldId id="272" r:id="rId19"/>
    <p:sldId id="273" r:id="rId20"/>
    <p:sldId id="294" r:id="rId21"/>
    <p:sldId id="292" r:id="rId22"/>
    <p:sldId id="295" r:id="rId23"/>
    <p:sldId id="293" r:id="rId24"/>
    <p:sldId id="296" r:id="rId25"/>
    <p:sldId id="298" r:id="rId26"/>
    <p:sldId id="297" r:id="rId27"/>
    <p:sldId id="274" r:id="rId28"/>
    <p:sldId id="276" r:id="rId29"/>
    <p:sldId id="340" r:id="rId30"/>
    <p:sldId id="275" r:id="rId31"/>
    <p:sldId id="339" r:id="rId32"/>
    <p:sldId id="277" r:id="rId33"/>
    <p:sldId id="278" r:id="rId34"/>
    <p:sldId id="279" r:id="rId35"/>
    <p:sldId id="299" r:id="rId36"/>
    <p:sldId id="300" r:id="rId37"/>
    <p:sldId id="301" r:id="rId38"/>
    <p:sldId id="304" r:id="rId39"/>
    <p:sldId id="305" r:id="rId40"/>
    <p:sldId id="306" r:id="rId41"/>
    <p:sldId id="303" r:id="rId42"/>
    <p:sldId id="302" r:id="rId43"/>
    <p:sldId id="308" r:id="rId44"/>
    <p:sldId id="307" r:id="rId45"/>
    <p:sldId id="315" r:id="rId46"/>
    <p:sldId id="319" r:id="rId47"/>
    <p:sldId id="321" r:id="rId48"/>
    <p:sldId id="320" r:id="rId49"/>
    <p:sldId id="323" r:id="rId50"/>
    <p:sldId id="329" r:id="rId51"/>
    <p:sldId id="310" r:id="rId52"/>
    <p:sldId id="351" r:id="rId53"/>
    <p:sldId id="350" r:id="rId54"/>
    <p:sldId id="311" r:id="rId55"/>
    <p:sldId id="325" r:id="rId56"/>
    <p:sldId id="314" r:id="rId57"/>
    <p:sldId id="328" r:id="rId58"/>
    <p:sldId id="342" r:id="rId59"/>
    <p:sldId id="346" r:id="rId60"/>
    <p:sldId id="353" r:id="rId61"/>
    <p:sldId id="354" r:id="rId62"/>
    <p:sldId id="355" r:id="rId63"/>
    <p:sldId id="356" r:id="rId64"/>
    <p:sldId id="330" r:id="rId65"/>
    <p:sldId id="326" r:id="rId66"/>
    <p:sldId id="333" r:id="rId67"/>
    <p:sldId id="334" r:id="rId68"/>
    <p:sldId id="327" r:id="rId69"/>
    <p:sldId id="344" r:id="rId70"/>
    <p:sldId id="313" r:id="rId71"/>
    <p:sldId id="345" r:id="rId72"/>
    <p:sldId id="347" r:id="rId73"/>
    <p:sldId id="349" r:id="rId74"/>
    <p:sldId id="352" r:id="rId75"/>
    <p:sldId id="348" r:id="rId76"/>
    <p:sldId id="316" r:id="rId77"/>
    <p:sldId id="335" r:id="rId78"/>
    <p:sldId id="289" r:id="rId79"/>
    <p:sldId id="290" r:id="rId80"/>
    <p:sldId id="312" r:id="rId81"/>
    <p:sldId id="341" r:id="rId82"/>
    <p:sldId id="322" r:id="rId83"/>
    <p:sldId id="280" r:id="rId84"/>
    <p:sldId id="269" r:id="rId85"/>
    <p:sldId id="309" r:id="rId86"/>
    <p:sldId id="324" r:id="rId87"/>
    <p:sldId id="317" r:id="rId88"/>
    <p:sldId id="331" r:id="rId89"/>
    <p:sldId id="336" r:id="rId90"/>
    <p:sldId id="268" r:id="rId9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6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53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Start Sweat Alert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E92C-3C88-05B1-405C-56CC9651C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95325"/>
            <a:ext cx="10353762" cy="59912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r>
              <a:rPr lang="en-US">
                <a:effectLst/>
              </a:rPr>
              <a:t> 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69336</TotalTime>
  <Words>3636</Words>
  <Application>Microsoft Office PowerPoint</Application>
  <PresentationFormat>Widescreen</PresentationFormat>
  <Paragraphs>572</Paragraphs>
  <Slides>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4" baseType="lpstr">
      <vt:lpstr>Arial</vt:lpstr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Start Bootstrap</vt:lpstr>
      <vt:lpstr>Adding bootstrap &amp; Bootstrap icon</vt:lpstr>
      <vt:lpstr>Start Bootstrap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Angular DT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End Angular Material </vt:lpstr>
      <vt:lpstr>Febric.js</vt:lpstr>
      <vt:lpstr>Layout [cont.]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598</cp:revision>
  <dcterms:created xsi:type="dcterms:W3CDTF">2026-01-29T20:04:39Z</dcterms:created>
  <dcterms:modified xsi:type="dcterms:W3CDTF">2026-05-21T12:23:45Z</dcterms:modified>
</cp:coreProperties>
</file>