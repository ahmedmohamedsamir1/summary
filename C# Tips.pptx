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5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8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0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9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8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7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8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6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9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3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6105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47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07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40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20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3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F1FCA8-8049-4AA6-A998-1699CEC8D5F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8C1325-99CB-4DC3-9316-C52CEF314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15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A336-EF5B-0572-47B4-203A9A99C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tips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E8082-368E-E81B-804A-581A20C54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2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DA76-A72D-9317-22E8-820A47B2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18" y="0"/>
            <a:ext cx="9905998" cy="663019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Disable nullability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D518-C2EB-6C00-28E1-4C86FECF9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63019"/>
            <a:ext cx="10353762" cy="5586952"/>
          </a:xfrm>
        </p:spPr>
        <p:txBody>
          <a:bodyPr>
            <a:normAutofit/>
          </a:bodyPr>
          <a:lstStyle/>
          <a:p>
            <a:r>
              <a:rPr lang="en-US" sz="3600" dirty="0"/>
              <a:t>On project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4FB60-B4B3-8F03-E874-A5D09458D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553" y="1704975"/>
            <a:ext cx="5344037" cy="34480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A8D6309-6AB9-8D0E-4203-FE058C70091D}"/>
              </a:ext>
            </a:extLst>
          </p:cNvPr>
          <p:cNvSpPr/>
          <p:nvPr/>
        </p:nvSpPr>
        <p:spPr>
          <a:xfrm>
            <a:off x="6853286" y="3509693"/>
            <a:ext cx="3563332" cy="2828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D54B46-8E39-7362-5025-686F89B1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29" y="1335023"/>
            <a:ext cx="3919233" cy="491494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361206E-A17C-46C2-F870-98DE593BC7D3}"/>
              </a:ext>
            </a:extLst>
          </p:cNvPr>
          <p:cNvSpPr/>
          <p:nvPr/>
        </p:nvSpPr>
        <p:spPr>
          <a:xfrm>
            <a:off x="4229623" y="3448050"/>
            <a:ext cx="2520930" cy="66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7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1C92-91AB-B860-B0A1-885790EB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776140"/>
          </a:xfrm>
        </p:spPr>
        <p:txBody>
          <a:bodyPr/>
          <a:lstStyle/>
          <a:p>
            <a:r>
              <a:rPr lang="en-US" dirty="0"/>
              <a:t>How to Disable nullability [</a:t>
            </a:r>
            <a:r>
              <a:rPr lang="en-US" dirty="0" err="1"/>
              <a:t>cont</a:t>
            </a:r>
            <a:r>
              <a:rPr lang="en-US" dirty="0"/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3B46-44D7-1CEA-F3D6-AC2A1598F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76140"/>
            <a:ext cx="10353762" cy="5652939"/>
          </a:xfrm>
        </p:spPr>
        <p:txBody>
          <a:bodyPr>
            <a:normAutofit/>
          </a:bodyPr>
          <a:lstStyle/>
          <a:p>
            <a:r>
              <a:rPr lang="en-US" sz="3600" dirty="0"/>
              <a:t>On File level </a:t>
            </a:r>
            <a:r>
              <a:rPr lang="en-US" sz="3600" dirty="0"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rgbClr val="808080"/>
                </a:solidFill>
                <a:latin typeface="Cascadia Mono" panose="020B0609020000020004" pitchFamily="49" charset="0"/>
              </a:rPr>
              <a:t>#nullable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latin typeface="Cascadia Mono" panose="020B0609020000020004" pitchFamily="49" charset="0"/>
              </a:rPr>
              <a:t>disable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3600" dirty="0"/>
              <a:t>On parameter level</a:t>
            </a:r>
            <a:r>
              <a:rPr lang="en-US" sz="3600" dirty="0">
                <a:sym typeface="Wingdings" panose="05000000000000000000" pitchFamily="2" charset="2"/>
              </a:rPr>
              <a:t> 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23CA1-EA45-04CE-7619-55E54EECF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3" y="3429000"/>
            <a:ext cx="10363200" cy="17049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BEE64D-585F-AABC-EF3E-2F55755AB792}"/>
              </a:ext>
            </a:extLst>
          </p:cNvPr>
          <p:cNvCxnSpPr/>
          <p:nvPr/>
        </p:nvCxnSpPr>
        <p:spPr>
          <a:xfrm>
            <a:off x="4100660" y="2036190"/>
            <a:ext cx="1602556" cy="13103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65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D8EE-AD2B-432C-B402-530EA358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7285-3B2F-2631-5B3E-4EBDA9F0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43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355</TotalTime>
  <Words>27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Calisto MT</vt:lpstr>
      <vt:lpstr>Cascadia Mono</vt:lpstr>
      <vt:lpstr>Wingdings</vt:lpstr>
      <vt:lpstr>Wingdings 2</vt:lpstr>
      <vt:lpstr>Slate</vt:lpstr>
      <vt:lpstr>C# tips</vt:lpstr>
      <vt:lpstr>How to Disable nullability </vt:lpstr>
      <vt:lpstr>How to Disable nullability [cont]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tips</dc:title>
  <dc:creator>احمد محمد سمير</dc:creator>
  <cp:lastModifiedBy>احمد محمد سمير</cp:lastModifiedBy>
  <cp:revision>3</cp:revision>
  <dcterms:created xsi:type="dcterms:W3CDTF">2024-03-11T12:02:03Z</dcterms:created>
  <dcterms:modified xsi:type="dcterms:W3CDTF">2024-03-11T17:57:15Z</dcterms:modified>
</cp:coreProperties>
</file>